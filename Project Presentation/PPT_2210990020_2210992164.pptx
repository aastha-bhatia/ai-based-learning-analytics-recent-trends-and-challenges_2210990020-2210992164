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9" r:id="rId12"/>
    <p:sldId id="274" r:id="rId13"/>
    <p:sldId id="275" r:id="rId14"/>
    <p:sldId id="276" r:id="rId15"/>
    <p:sldId id="277" r:id="rId16"/>
    <p:sldId id="278" r:id="rId17"/>
    <p:sldId id="280" r:id="rId18"/>
    <p:sldId id="268" r:id="rId19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Learning Analytics: Recent Trends and Challenges</a:t>
            </a: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Aastha Bhatia 2210990020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  Rishika Goyal  2210992164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Mr. Ajay Kumar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11045"/>
            <a:ext cx="8838720" cy="4837268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AI-driven approach to enhance learning analytics in modern education systems.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Utilizes large volumes of student data from online platforms to generate meaningful insights.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identification of learning patterns, student behavior, and academic performance trends.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personalized learning experiences through intelligent recommendations and adaptive systems.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Incorporates Machine Learning and Data Mining techniques for predictive analysis and decision-making.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educators detect at-risk students early and take timely corrective actions.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Aims to improve teaching strategies, student engagement, and overall learning outcomes.</a:t>
            </a:r>
          </a:p>
          <a:p>
            <a:pPr marL="139700" lvl="0">
              <a:buClr>
                <a:srgbClr val="000000"/>
              </a:buClr>
              <a:buSzPts val="1400"/>
            </a:pPr>
            <a:endParaRPr lang="en-US" sz="2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2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FACF5-E873-A4B0-8183-C10416B58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3200" dirty="0">
                <a:latin typeface="Times Roman"/>
                <a:ea typeface="Times Roman"/>
                <a:cs typeface="Times Roman"/>
                <a:sym typeface="Times Roman"/>
              </a:rPr>
              <a:t>            Problem Statement</a:t>
            </a:r>
            <a:endParaRPr lang="en-IN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F9ACCB-18B2-45DD-BC9A-CCE9B6BBF799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Traditional education systems lack personalized learning approaches    for diverse student needs.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Large volumes of educational data remain underutilized and fail to  provide actionable insights.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Difficulty in identifying at-risk students at an early stage leads to higher  dropout rates.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Limited real-time monitoring of student performance and engagement.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Existing systems lack accurate predictive capabilities for academic  outcomes.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AI models may introduce bias and lack transparency in decision-making.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Inadequate infrastructure and technical expertise hinder effective implementation.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5875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DF973-0D63-92F4-CFA6-628E141B4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DE973C-7FE0-B9C8-7FD4-9A495F688DBF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1150374"/>
            <a:ext cx="8229240" cy="4431426"/>
          </a:xfrm>
        </p:spPr>
        <p:txBody>
          <a:bodyPr/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study the role of Artificial Intelligence in learning analytics.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analyze how AI techniques improve student learning outcomes.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identify key applications such as prediction, personalization, and performance tracking.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evaluate the effectiveness of AI-based systems in education.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examine challenges including data privacy, bias, and transparency.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explore recent trends and advancements in AI-driven learning analytics.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propose improvements and future directions for better implementation.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8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2D4B3-990C-200E-FD24-60F7B69B1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Technologies Used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F8ADA9-BBA3-13E8-5A83-2EDE1CD7EA00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(AI) for intelligent decision-making and automation.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Machine Learning (ML) for predicting student performance and learning patterns.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Mining for extracting meaningful insights from large educational datasets.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Natural Language Processing (NLP) for analyzing student text, essays, and feedback.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Deep Learning for identifying complex patterns in student behavior and interactions.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Learning Analytics Tools for monitoring and evaluating student engagement and progress.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Big Data Technologies for handling and processing large-scale educational data efficiently.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166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DE767-9CDE-2170-23A1-CFCE9E679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2417F3-DCF3-AC6E-F255-9E7725304968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94968" y="914040"/>
            <a:ext cx="8391472" cy="4700179"/>
          </a:xfrm>
        </p:spPr>
        <p:txBody>
          <a:bodyPr/>
          <a:lstStyle/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Adopted a systematic research approach using the PRISMA methodology.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Collected research papers from multiple sources like IEEE, ACM, Scopus, and Google Scholar.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Used keywords such as “AI in Learning Analytics”, “Educational Data Mining”, and “Machine Learning in Education”.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Initially reviewed a large number of papers and filtered them based on relevance.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Applied inclusion criteria: recent studies (2018–2025), real-world applications, and AI-based methods.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Analyzed findings to identify trends, benefits, challenges, and future scope.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9798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56922-3B66-FC1C-BF2B-18A53BCDF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C3C764-528D-9E71-61C6-8A978F31BB20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Predicting student performance and identifying at-risk students early.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Personalized learning through adaptive content and recommendations.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Intelligent Tutoring Systems providing real-time guidance and support.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Automated essay grading and feedback using Natural Language Processing.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Monitoring student engagement and participation in online platforms.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Recommending suitable learning resources based on student behavior.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Supporting teachers with data-driven insights for better decision-making.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7679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ED6D3-A98F-9F8D-2A99-1641E9D99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 Trends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5A326A-FFFE-6A95-58D5-E0245CBD586B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Integration of Generative AI (e.g., GPT models) for real-time feedback, content generation, and adaptive learning. 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Increasing use of predictive analytics to identify at-risk students and improve retention rates. 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Adoption of Learning Analytics Dashboards for real-time monitoring of student performance and engagement. 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Growth of multimodal learning analytics using behavioral, cognitive, and interaction data for deeper insights. 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Rising use of AI tools in classrooms for automated grading, tutoring, and continuous assessment. 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Shift towards cloud-based and scalable analytics platforms in educational institutions. 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Increasing focus on ethical AI, transparency, and data privacy in educational systems. 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7691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6BAD5-3B73-2635-3533-9AC09CF6D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FA2BAE-B929-055D-45C7-F9846285036B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global learning analytics market is growing rapidly due to increased adoption of AI in education.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Market size was valued at around $6 billion in 2023 and is projected to reach $34–42 billion by 2032.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High growth rate driven by demand for personalized and data-driven learning solutions.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North America currently leads the market due to advanced technological infrastructure.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Asia-Pacific region is the fastest-growing market, with rising adoption in countries like India and China.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Increasing investments by educational institutions and EdTech companies.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Integration with Learning Management Systems (LMS) is boosting adoption globally.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432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9583B-6AFD-0B01-36C6-D9052C085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8B4E34-2B6B-EF77-CF43-7CAC9DF929D0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26142" y="914041"/>
            <a:ext cx="8460298" cy="4759172"/>
          </a:xfrm>
        </p:spPr>
        <p:txBody>
          <a:bodyPr/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privacy and security concerns related to sensitive student information.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Algorithmic bias leading to unfair or inaccurate predictions for certain  groups.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Lack of transparency in AI models (black-box problem).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High implementation cost and need for advanced infrastructure.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Limited technical expertise among educators to use AI tools effectively.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quality and inconsistency affecting accuracy of analytics.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Resistance to adoption due to trust and ethical concerns.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4312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934FE-894F-1236-F62D-014B8C00B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Framework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CB9855-9A91-02D2-F59D-F9033012419C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Collection Layer for gathering student data from LMS, assignments, and online activities.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Storage Layer to securely manage and organize large volumes of educational data.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Processing Layer for cleaning, filtering, and preparing data for analysis.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AI/ML Model Layer for predicting performance and identifying learning patterns.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Decision &amp; Action Layer to generate insights and enable timely interventions.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Visualization Layer to present results through dashboards and reports for educators.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Ethics &amp; Privacy Layer to ensure secure, fair, and transparent use of data.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428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9E1AF-E39C-7D5A-FF36-BB969ABFC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B2995C-8D30-CA10-7808-590FDE60C77D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student performance through personalized learning and timely support.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Reduces dropout rates by identifying at-risk students early.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Enhances teaching effectiveness with data-driven insights.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Saves time for educators by automating grading and monitoring tasks.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Increases student engagement through adaptive and interactive learning methods.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Supports better decision-making for educational institutions.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Contributes to overall educational quality and long-term societal development.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301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4B260-1910-9B12-C2F4-0BFAB6EE4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52AD9F-DB52-126C-FD02-B742CC2AC71D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AI-based learning analytics is transforming modern education through data-driven insights.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Enables personalized learning, improved student performance, and better teaching strategies.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Predictive analytics helps in early identification of at-risk students.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Despite its benefits, challenges like privacy, bias, and transparency must be addressed.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Ethical and responsible implementation is essential for long-term success.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With continuous advancements, AI has the potential to revolutionize education globally.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40232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CD1AC-FB99-8554-6516-DE5048DEF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4AE883-7D64-D3AA-98FE-D72F8BF24284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Adoption of Federated Learning to ensure data privacy while enabling collaborative model training.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Development of Explainable AI (XAI) to improve transparency and trust in decision-making systems.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Integration of AI with AR/VR technologies for immersive and interactive learning experiences.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 of advanced multimodal data (facial expressions, behavior, interactions) for deeper insights.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Expansion of AI-based learning analytics in developing countries and diverse education systems.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Continuous improvement in real-time analytics for instant feedback and adaptive learning.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Stronger focus on ethical AI practices and global data protection standards.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836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15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34873</TotalTime>
  <Words>1273</Words>
  <Application>Microsoft Office PowerPoint</Application>
  <PresentationFormat>On-screen Show (4:3)</PresentationFormat>
  <Paragraphs>140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Times New Roman</vt:lpstr>
      <vt:lpstr>Times Roman</vt:lpstr>
      <vt:lpstr>Office Theme</vt:lpstr>
      <vt:lpstr>PowerPoint Presentation</vt:lpstr>
      <vt:lpstr>PowerPoint Presentation</vt:lpstr>
      <vt:lpstr>            Problem Statement</vt:lpstr>
      <vt:lpstr>Objectives</vt:lpstr>
      <vt:lpstr>Key Technologies Used</vt:lpstr>
      <vt:lpstr>Methodology</vt:lpstr>
      <vt:lpstr>Applications</vt:lpstr>
      <vt:lpstr>Recent Trends</vt:lpstr>
      <vt:lpstr>Market Analysis</vt:lpstr>
      <vt:lpstr>Challenges</vt:lpstr>
      <vt:lpstr>Proposed Framework</vt:lpstr>
      <vt:lpstr>Impact</vt:lpstr>
      <vt:lpstr>Conclusion</vt:lpstr>
      <vt:lpstr>Future Scope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Rishika Goyal</cp:lastModifiedBy>
  <cp:revision>2301</cp:revision>
  <dcterms:created xsi:type="dcterms:W3CDTF">2010-04-09T07:36:15Z</dcterms:created>
  <dcterms:modified xsi:type="dcterms:W3CDTF">2026-05-06T13:46:36Z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